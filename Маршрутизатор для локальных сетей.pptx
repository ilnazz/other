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50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A44418-2785-4848-A437-4332E29A63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5C3CBFA-837F-4CC8-92CF-5C388101C7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8CA10E-AA03-4E68-BD83-8ABC0A91E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25.03.2022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1AF44E-25FF-4590-897D-30A256669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135564-60B8-427F-978A-AEA0066E7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5009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AF0060-B6D1-4BB3-A29B-1961E862F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A4D0C57-D59C-46BD-9D3F-39032FEAC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F09436B-F2BF-454E-AFCD-C4426C997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25.03.2022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D9A4951-FA7B-44A5-A9CE-CDDB428B0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B88FE2F-6FA9-46D9-856B-E071CFBF3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6391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A780B4-1B26-43C3-8967-D8FC21282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D801F0-46EA-45B3-A10C-0B3A01A0FA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C094F61-1ACF-4D30-8626-D389CEBDB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25.03.2022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E959712-FE1E-495C-9B03-2FB439CDF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F4356C-A679-42AC-91A1-7AC94C18C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7473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662764-ACEF-4557-A3E1-4B4D563F0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3D09B36-E4D4-49A6-9AC3-1A076E83E8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8DF6EBE-5E0D-408F-B28D-EABD9FAAF6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BD10414-4F66-4C48-AFB1-D5842BFC7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25.03.2022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1BC8ED9-38A6-4EA1-A450-C0225CE53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D120C09-2F11-43F4-8AC0-0FEB97C45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9070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866E76-A850-4040-93ED-7F137C7E0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58BDCAB-5981-4534-8971-359790DB56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7D3D3B8-4F33-4862-909E-22B4555293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B35F904-84F9-4484-9A3C-5123881542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B63DD7F-8902-4D76-BBD5-71C5155D19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89434FA-8D07-4E23-BC9B-B5F564CA1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25.03.2022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D6F27B6-581F-4E2C-9321-FE3FEE012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1A756FF-71D2-413C-BB92-66CE93430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5365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A3B5C-6FF5-4129-99BC-DC2CC738C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5516B12-E119-4BA3-9B18-4CA1CEDC0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25.03.2022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3C855A4-2E92-4EAE-88DF-C37556D7B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E93B8E-0332-43D1-8E7F-80486C3B8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034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798CD80-CD51-43C1-8CCE-58A80CC9B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25.03.2022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6F759CC-DEA5-482D-AF8A-6F197FAC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998C6B-6708-47E9-863D-96FC396E9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013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716959-E04B-4A4A-B936-784030E6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79C8418-DB8A-44F1-9E3D-65943BE5B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AD2E9A5-60DA-4F98-89FF-1CB171F459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0F76B2D-C6CC-4653-A2EF-949E84903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25.03.2022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31228A7-49AE-4490-8C12-CEA0F8D8A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F4F27B9-D37E-4E23-B15D-BAA802FAA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6534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AD4313-58F3-4E92-8CB6-9DC18FECE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46EF6A1-C112-4AC7-ADFC-FE2A347DD0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71BC6A4-ABF0-438A-A02E-B28B392DD1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12C7ACF-37A1-4BF2-BD08-10FD529F6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25.03.2022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4B2F011-D72D-4BC7-B5E7-DB3CB9649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7B09BBC-F9D3-4048-974B-E97FF8E26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42173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C9DF68-4272-4FC0-9F8D-55A3823F4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30423C2-4A51-4DED-8BB2-D3C6622C9E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D135499-3DAC-44ED-9A5F-1FBD6CABC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25.03.2022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B9EC28-6E11-43F1-A922-7072A68FC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8EBBA1-5FEE-40A1-863A-3D81F0A5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05639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F915D8F-B6EA-497C-8CD1-94F50CC253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CF34A1B-0F25-4ED1-A824-D5AA703B8A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F20396-1FD9-4494-BA87-7E43F470F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E9006-51C8-43F8-B707-A66E2DDE7C85}" type="datetimeFigureOut">
              <a:rPr lang="ru-RU" smtClean="0"/>
              <a:t>25.03.2022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AE17A15-E9B2-4431-B267-D60691B7F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9A23C2B-CCE3-4AE0-8F15-95A86B7BD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064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527E5A-768D-4868-9939-797D15495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A285F69-1408-489C-BDFF-28CDEC1B8E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A4952C-AEF3-449C-9491-04E75088C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7E9006-51C8-43F8-B707-A66E2DDE7C85}" type="datetimeFigureOut">
              <a:rPr lang="ru-RU" smtClean="0"/>
              <a:t>25.03.2022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9044E50-8F29-4D9B-95E8-B438628797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A68E07-8DFB-4105-AC53-DEEA83A2E4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5AD86-9F7D-488A-9031-F7C4B8974C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87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hobbyits.com/naznachenie-i-funkcii-marshrutizatora-v-lokalnoj-seti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2D9D1D-FE11-43CD-9EA0-EE278F5883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Маршрутизатор для локальных сетей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F09597E-DDCA-4FE1-B68A-AE21318B43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ru-RU" dirty="0"/>
              <a:t>Выполнил студент группы 223 Хасанов Ильназ</a:t>
            </a:r>
          </a:p>
        </p:txBody>
      </p:sp>
    </p:spTree>
    <p:extLst>
      <p:ext uri="{BB962C8B-B14F-4D97-AF65-F5344CB8AC3E}">
        <p14:creationId xmlns:p14="http://schemas.microsoft.com/office/powerpoint/2010/main" val="2568889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7B0264-23DD-42A7-889B-E699D20BF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Назначение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4E5150-0E30-40E8-8951-39663EDA0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	Маршрутизатор (</a:t>
            </a:r>
            <a:r>
              <a:rPr lang="ru-RU" dirty="0" err="1"/>
              <a:t>router</a:t>
            </a:r>
            <a:r>
              <a:rPr lang="ru-RU" dirty="0"/>
              <a:t>) — это сетевой компьютер связывающий участки локальной сети, который обрабатывает полученные данные по заданным правилам администратора и опираясь на таблицу маршрутизации определяет путь для пересылки данных.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B19CA7F-2827-4570-BD22-06ABB7DE6A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3675" y="-1038058"/>
            <a:ext cx="5648325" cy="3007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7C2E143-2A3A-4DE9-A9B0-D1CC1A6771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3337" y="3429000"/>
            <a:ext cx="3429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001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Назначение маршрутизатора (router) в домашней сети">
            <a:extLst>
              <a:ext uri="{FF2B5EF4-FFF2-40B4-BE49-F238E27FC236}">
                <a16:creationId xmlns:a16="http://schemas.microsoft.com/office/drawing/2014/main" id="{309590F3-F6D8-4AB5-BAFF-60B01BB4B36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701" y="-4296"/>
            <a:ext cx="8186598" cy="6862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74123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0DF8CF-BB29-461E-A6FE-5CAC5A97B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DFD5B4D-43F3-4475-9684-C1D5CB660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1177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7EE9DE-D151-49BC-A27D-B904ECE3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ru-RU" dirty="0"/>
              <a:t>Принцип работы, пояснить, что содержит таблица маршрутизации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5294FE-FBAF-435C-9200-F47B2D8537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3590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97D94B-41F5-478B-AD99-2F3E06843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ru-RU" dirty="0"/>
              <a:t>Локальная сеть с маршрутизатором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4E167C1-5E4F-4600-9985-131C7280C0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3140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1E85CD-FCED-424A-96E7-3A9D10C15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Характеристики маршрутизатора </a:t>
            </a:r>
            <a:r>
              <a:rPr lang="ru-RU" dirty="0" err="1"/>
              <a:t>Cisco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D12761-0469-4592-AC23-1A194A601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0955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4C4A9C-5776-43A1-995A-5452CCB92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использованных источников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A179943-D431-4FA8-87CE-363AA4CB4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hlinkClick r:id="rId2"/>
              </a:rPr>
              <a:t>https://hobbyits.com/naznachenie-i-funkcii-marshrutizatora-v-lokalnoj-seti/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2241671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39</Words>
  <Application>Microsoft Office PowerPoint</Application>
  <PresentationFormat>Широкоэкранный</PresentationFormat>
  <Paragraphs>10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Тема Office</vt:lpstr>
      <vt:lpstr>Маршрутизатор для локальных сетей</vt:lpstr>
      <vt:lpstr>Назначение</vt:lpstr>
      <vt:lpstr>Презентация PowerPoint</vt:lpstr>
      <vt:lpstr>Функции</vt:lpstr>
      <vt:lpstr>Принцип работы, пояснить, что содержит таблица маршрутизации</vt:lpstr>
      <vt:lpstr>Локальная сеть с маршрутизатором</vt:lpstr>
      <vt:lpstr>Характеристики маршрутизатора Cisco</vt:lpstr>
      <vt:lpstr>Список использованных источников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Маршрутизатор для локальных сетей</dc:title>
  <dc:creator>Хасанов Ильназ Дамирович</dc:creator>
  <cp:lastModifiedBy>Хасанов Ильназ Дамирович</cp:lastModifiedBy>
  <cp:revision>3</cp:revision>
  <dcterms:created xsi:type="dcterms:W3CDTF">2022-03-25T13:22:34Z</dcterms:created>
  <dcterms:modified xsi:type="dcterms:W3CDTF">2022-03-25T13:47:35Z</dcterms:modified>
</cp:coreProperties>
</file>