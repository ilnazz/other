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60" r:id="rId4"/>
    <p:sldId id="266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0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522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846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9737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103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5844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899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2469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4766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610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323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137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D7E9006-51C8-43F8-B707-A66E2DDE7C85}" type="datetimeFigureOut">
              <a:rPr lang="ru-RU" smtClean="0"/>
              <a:t>26.03.2022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824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hobbyits.com/naznachenie-i-funkcii-marshrutizatora-v-lokalnoj-seti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2D9D1D-FE11-43CD-9EA0-EE278F5883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Маршрутизатор для локальных сетей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F09597E-DDCA-4FE1-B68A-AE21318B43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ru-RU" dirty="0"/>
              <a:t>Выполнили студенты</a:t>
            </a:r>
          </a:p>
          <a:p>
            <a:pPr algn="r"/>
            <a:r>
              <a:rPr lang="ru-RU" dirty="0"/>
              <a:t>группы 223</a:t>
            </a:r>
          </a:p>
          <a:p>
            <a:pPr algn="r"/>
            <a:r>
              <a:rPr lang="ru-RU" dirty="0"/>
              <a:t>Хасанов Ильназ</a:t>
            </a:r>
          </a:p>
          <a:p>
            <a:pPr algn="r"/>
            <a:r>
              <a:rPr lang="ru-RU" dirty="0"/>
              <a:t>Мустафин Илья</a:t>
            </a:r>
          </a:p>
        </p:txBody>
      </p:sp>
    </p:spTree>
    <p:extLst>
      <p:ext uri="{BB962C8B-B14F-4D97-AF65-F5344CB8AC3E}">
        <p14:creationId xmlns:p14="http://schemas.microsoft.com/office/powerpoint/2010/main" val="2568889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7B0264-23DD-42A7-889B-E699D20B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4E5150-0E30-40E8-8951-39663EDA0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	Маршрутизатор (</a:t>
            </a:r>
            <a:r>
              <a:rPr lang="ru-RU" dirty="0" err="1"/>
              <a:t>router</a:t>
            </a:r>
            <a:r>
              <a:rPr lang="ru-RU" dirty="0"/>
              <a:t>) — это сетевой компьютер связывающий участки локальной сети, который обрабатывает полученные данные по заданным правилам администратора и опираясь на таблицу маршрутизации определяет путь для пересылки данных.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7C2E143-2A3A-4DE9-A9B0-D1CC1A6771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3337" y="3429000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001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7D94B-41F5-478B-AD99-2F3E06843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 dirty="0"/>
              <a:t>Принцип работы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4149BE-84A5-4F8A-9A74-0DD6B143C8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Gabriola" panose="04040605051002020D02" pitchFamily="82" charset="0"/>
                <a:ea typeface="Cambria" panose="02040503050406030204" pitchFamily="18" charset="0"/>
              </a:rPr>
              <a:t>	Маршрутизатор связывает разнородные сегменты сети (локальную домашнюю сеть и глобальную сеть интернет) и на основе таблицы маршрутизации отправляет данные адресату.</a:t>
            </a:r>
          </a:p>
          <a:p>
            <a:pPr marL="0" indent="0">
              <a:buNone/>
            </a:pPr>
            <a:r>
              <a:rPr lang="en-US" dirty="0">
                <a:latin typeface="Gabriola" panose="04040605051002020D02" pitchFamily="82" charset="0"/>
                <a:ea typeface="Cambria" panose="02040503050406030204" pitchFamily="18" charset="0"/>
              </a:rPr>
              <a:t>	</a:t>
            </a:r>
            <a:endParaRPr lang="ru-RU" dirty="0">
              <a:latin typeface="Gabriola" panose="04040605051002020D02" pitchFamily="82" charset="0"/>
              <a:ea typeface="Cambria" panose="02040503050406030204" pitchFamily="18" charset="0"/>
            </a:endParaRPr>
          </a:p>
          <a:p>
            <a:endParaRPr lang="ru-RU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925F1229-8A26-410E-AB5C-934C6F1AAF7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194" y="585216"/>
            <a:ext cx="4050658" cy="627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14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19A4679-C462-4D6E-8CC4-1B88A7CFA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и таблица маршрутизации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F4803090-D047-4B67-A42A-3651071CED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	</a:t>
            </a:r>
            <a:r>
              <a:rPr lang="ru-RU" dirty="0">
                <a:latin typeface="Gabriola" panose="04040605051002020D02" pitchFamily="82" charset="0"/>
                <a:ea typeface="Cambria" panose="02040503050406030204" pitchFamily="18" charset="0"/>
              </a:rPr>
              <a:t>Таблица маршрутизации — это электронная база данных в маршрутизаторе, которая представляет из себя некий набор правил. В ней содержится информация о сетевых маршрутах по которой определяется наилучший путь для передачи пакета данных.</a:t>
            </a:r>
          </a:p>
          <a:p>
            <a:pPr marL="0" indent="0">
              <a:buNone/>
            </a:pPr>
            <a:r>
              <a:rPr lang="en-US" dirty="0">
                <a:latin typeface="Gabriola" panose="04040605051002020D02" pitchFamily="82" charset="0"/>
                <a:ea typeface="Cambria" panose="02040503050406030204" pitchFamily="18" charset="0"/>
              </a:rPr>
              <a:t>	</a:t>
            </a:r>
            <a:r>
              <a:rPr lang="ru-RU" dirty="0">
                <a:latin typeface="Gabriola" panose="04040605051002020D02" pitchFamily="82" charset="0"/>
                <a:ea typeface="Cambria" panose="02040503050406030204" pitchFamily="18" charset="0"/>
              </a:rPr>
              <a:t>Таблица содержит в себе адрес и маску сети назначения, адрес шлюза (маршрутизатор в сети на который отправляются данные), метрику (расстояние) и интерфейс (имя или идентификатор устройства).</a:t>
            </a:r>
            <a:br>
              <a:rPr lang="ru-RU" dirty="0">
                <a:latin typeface="Gabriola" panose="04040605051002020D02" pitchFamily="82" charset="0"/>
                <a:ea typeface="Cambria" panose="02040503050406030204" pitchFamily="18" charset="0"/>
              </a:rPr>
            </a:br>
            <a:endParaRPr lang="ru-RU" dirty="0">
              <a:latin typeface="Gabriola" panose="04040605051002020D02" pitchFamily="82" charset="0"/>
              <a:ea typeface="Cambria" panose="02040503050406030204" pitchFamily="18" charset="0"/>
            </a:endParaRPr>
          </a:p>
          <a:p>
            <a:endParaRPr lang="ru-RU" dirty="0"/>
          </a:p>
        </p:txBody>
      </p:sp>
      <p:pic>
        <p:nvPicPr>
          <p:cNvPr id="8" name="Picture 2" descr="Электронная база данных в маршрутизаторе (router)">
            <a:extLst>
              <a:ext uri="{FF2B5EF4-FFF2-40B4-BE49-F238E27FC236}">
                <a16:creationId xmlns:a16="http://schemas.microsoft.com/office/drawing/2014/main" id="{F6715438-334E-4013-A9C1-2A23BA6B4FD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9638" y="2492319"/>
            <a:ext cx="4754562" cy="361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2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1E85CD-FCED-424A-96E7-3A9D10C15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Характеристики маршрутизатора </a:t>
            </a:r>
            <a:r>
              <a:rPr lang="ru-RU" dirty="0" err="1"/>
              <a:t>Cisco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D12761-0469-4592-AC23-1A194A601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55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4C4A9C-5776-43A1-995A-5452CCB92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использованных источников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179943-D431-4FA8-87CE-363AA4CB4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hlinkClick r:id="rId2"/>
              </a:rPr>
              <a:t>https://hobbyits.com/naznachenie-i-funkcii-marshrutizatora-v-lokalnoj-seti/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24167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нтеграл">
  <a:themeElements>
    <a:clrScheme name="Интеграл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Другая 1">
      <a:majorFont>
        <a:latin typeface="Gabriola"/>
        <a:ea typeface=""/>
        <a:cs typeface=""/>
      </a:majorFont>
      <a:minorFont>
        <a:latin typeface="Gabriola"/>
        <a:ea typeface=""/>
        <a:cs typeface=""/>
      </a:minorFont>
    </a:fontScheme>
    <a:fmtScheme name="Интеграл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110</TotalTime>
  <Words>34</Words>
  <Application>Microsoft Office PowerPoint</Application>
  <PresentationFormat>Широкоэкранный</PresentationFormat>
  <Paragraphs>16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Gabriola</vt:lpstr>
      <vt:lpstr>Tw Cen MT</vt:lpstr>
      <vt:lpstr>Wingdings 3</vt:lpstr>
      <vt:lpstr>Интеграл</vt:lpstr>
      <vt:lpstr>Маршрутизатор для локальных сетей</vt:lpstr>
      <vt:lpstr>Определение</vt:lpstr>
      <vt:lpstr>Принцип работы</vt:lpstr>
      <vt:lpstr>Принцип работы и таблица маршрутизации</vt:lpstr>
      <vt:lpstr>Характеристики маршрутизатора Cisco</vt:lpstr>
      <vt:lpstr>Список использованных источников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Маршрутизатор для локальных сетей</dc:title>
  <dc:creator>Хасанов Ильназ Дамирович</dc:creator>
  <cp:lastModifiedBy>Хасанов Ильназ Дамирович</cp:lastModifiedBy>
  <cp:revision>12</cp:revision>
  <dcterms:created xsi:type="dcterms:W3CDTF">2022-03-25T13:22:34Z</dcterms:created>
  <dcterms:modified xsi:type="dcterms:W3CDTF">2022-03-26T09:58:01Z</dcterms:modified>
</cp:coreProperties>
</file>